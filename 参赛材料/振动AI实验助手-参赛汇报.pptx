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14e6cf3b14974" /><Relationship Type="http://schemas.openxmlformats.org/officeDocument/2006/relationships/extended-properties" Target="/docProps/app.xml" Id="R2ff0def4f8f84917" /><Relationship Type="http://schemas.openxmlformats.org/officeDocument/2006/relationships/officeDocument" Target="/ppt/presentation.xml" Id="R43b50df938324c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f44dbb8147449d"/>
  </p:sldMasterIdLst>
  <p:notesMasterIdLst>
    <p:notesMasterId xmlns:r="http://schemas.openxmlformats.org/officeDocument/2006/relationships" r:id="R1cb7413a09534278"/>
  </p:notesMasterIdLst>
  <p:sldIdLst>
    <p:sldId xmlns:r="http://schemas.openxmlformats.org/officeDocument/2006/relationships" id="256" r:id="R5c55666c86834c0f"/>
    <p:sldId xmlns:r="http://schemas.openxmlformats.org/officeDocument/2006/relationships" id="257" r:id="R30cbc53b623d439d"/>
    <p:sldId xmlns:r="http://schemas.openxmlformats.org/officeDocument/2006/relationships" id="258" r:id="Re33184fa6d8e46b3"/>
    <p:sldId xmlns:r="http://schemas.openxmlformats.org/officeDocument/2006/relationships" id="259" r:id="Rff04b482cb56403b"/>
    <p:sldId xmlns:r="http://schemas.openxmlformats.org/officeDocument/2006/relationships" id="260" r:id="Rd6250ad15b394c4e"/>
    <p:sldId xmlns:r="http://schemas.openxmlformats.org/officeDocument/2006/relationships" id="261" r:id="Rb1286a1aa60446fc"/>
    <p:sldId xmlns:r="http://schemas.openxmlformats.org/officeDocument/2006/relationships" id="262" r:id="R97d68209f67a4c52"/>
    <p:sldId xmlns:r="http://schemas.openxmlformats.org/officeDocument/2006/relationships" id="263" r:id="R9a69250de77b4431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18c212384f4e0f" /><Relationship Type="http://schemas.openxmlformats.org/officeDocument/2006/relationships/slideMaster" Target="/ppt/slideMasters/slideMaster1.xml" Id="R86f44dbb8147449d" /><Relationship Type="http://schemas.openxmlformats.org/officeDocument/2006/relationships/notesMaster" Target="/ppt/notesMasters/notesMaster1.xml" Id="R1cb7413a09534278" /><Relationship Type="http://schemas.openxmlformats.org/officeDocument/2006/relationships/presProps" Target="/ppt/presProps.xml" Id="R975378753d9c421a" /><Relationship Type="http://schemas.openxmlformats.org/officeDocument/2006/relationships/viewProps" Target="/ppt/viewProps.xml" Id="Rb9030a1d6f5349bc" /><Relationship Type="http://schemas.openxmlformats.org/officeDocument/2006/relationships/tableStyles" Target="/ppt/tableStyles.xml" Id="Ra8d5d7a094424344" /><Relationship Type="http://schemas.openxmlformats.org/officeDocument/2006/relationships/slide" Target="/ppt/slides/slide1.xml" Id="R5c55666c86834c0f" /><Relationship Type="http://schemas.openxmlformats.org/officeDocument/2006/relationships/slide" Target="/ppt/slides/slide2.xml" Id="R30cbc53b623d439d" /><Relationship Type="http://schemas.openxmlformats.org/officeDocument/2006/relationships/slide" Target="/ppt/slides/slide3.xml" Id="Re33184fa6d8e46b3" /><Relationship Type="http://schemas.openxmlformats.org/officeDocument/2006/relationships/slide" Target="/ppt/slides/slide4.xml" Id="Rff04b482cb56403b" /><Relationship Type="http://schemas.openxmlformats.org/officeDocument/2006/relationships/slide" Target="/ppt/slides/slide5.xml" Id="Rd6250ad15b394c4e" /><Relationship Type="http://schemas.openxmlformats.org/officeDocument/2006/relationships/slide" Target="/ppt/slides/slide6.xml" Id="Rb1286a1aa60446fc" /><Relationship Type="http://schemas.openxmlformats.org/officeDocument/2006/relationships/slide" Target="/ppt/slides/slide7.xml" Id="R97d68209f67a4c52" /><Relationship Type="http://schemas.openxmlformats.org/officeDocument/2006/relationships/slide" Target="/ppt/slides/slide8.xml" Id="R9a69250de77b44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48adc1a50b48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a0eb83305549e6" /><Relationship Type="http://schemas.openxmlformats.org/officeDocument/2006/relationships/notesMaster" Target="/ppt/notesMasters/notesMaster1.xml" Id="Ra81c0e7a187f4b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6f9961846d40b1" /><Relationship Type="http://schemas.openxmlformats.org/officeDocument/2006/relationships/notesMaster" Target="/ppt/notesMasters/notesMaster1.xml" Id="R22c8bb55f62847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3c73a9093f4685" /><Relationship Type="http://schemas.openxmlformats.org/officeDocument/2006/relationships/notesMaster" Target="/ppt/notesMasters/notesMaster1.xml" Id="R1dfe5eb421d24e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36417174b8439e" /><Relationship Type="http://schemas.openxmlformats.org/officeDocument/2006/relationships/notesMaster" Target="/ppt/notesMasters/notesMaster1.xml" Id="R0179e5fff45a40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d1d7b82fe44bd4" /><Relationship Type="http://schemas.openxmlformats.org/officeDocument/2006/relationships/notesMaster" Target="/ppt/notesMasters/notesMaster1.xml" Id="Ra8cde17bb7fd44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386e4b30aa4e1b" /><Relationship Type="http://schemas.openxmlformats.org/officeDocument/2006/relationships/notesMaster" Target="/ppt/notesMasters/notesMaster1.xml" Id="Rce1d549e736a4c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d45c7c46254486" /><Relationship Type="http://schemas.openxmlformats.org/officeDocument/2006/relationships/notesMaster" Target="/ppt/notesMasters/notesMaster1.xml" Id="R8193511773a049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65dda5f5f34e9a" /><Relationship Type="http://schemas.openxmlformats.org/officeDocument/2006/relationships/notesMaster" Target="/ppt/notesMasters/notesMaster1.xml" Id="Rbbafb9fb807d4f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讲解参考：参赛材料/演示步骤与讲稿.md。所有待验证内容需按实际情况更新，不编造团队身份、模型实测或公开网址。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讲解参考：参赛材料/演示步骤与讲稿.md。所有待验证内容需按实际情况更新，不编造团队身份、模型实测或公开网址。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讲解参考：参赛材料/演示步骤与讲稿.md。所有待验证内容需按实际情况更新，不编造团队身份、模型实测或公开网址。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讲解参考：参赛材料/演示步骤与讲稿.md。所有待验证内容需按实际情况更新，不编造团队身份、模型实测或公开网址。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讲解参考：参赛材料/演示步骤与讲稿.md。所有待验证内容需按实际情况更新，不编造团队身份、模型实测或公开网址。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讲解参考：参赛材料/演示步骤与讲稿.md。所有待验证内容需按实际情况更新，不编造团队身份、模型实测或公开网址。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讲解参考：参赛材料/演示步骤与讲稿.md。所有待验证内容需按实际情况更新，不编造团队身份、模型实测或公开网址。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讲解参考：参赛材料/演示步骤与讲稿.md。所有待验证内容需按实际情况更新，不编造团队身份、模型实测或公开网址。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022ba87c24b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e72b9c39549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6b5ba85e442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a25c564e748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496c0940240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4bc3eecf94f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2ee925d69495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c29f398214b8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2815c368f4c7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0f80f6d52448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141a7d8c7434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BAF508-67CF-4808-A4B1-3E9CC87F083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527110A-4D38-41ED-93DA-5FECDBAA2F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0B56F9-36D8-462D-B731-38B57920F7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61719B-E4AA-4ECE-AE4B-8A7D2C86C9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ED4BDF-3576-4848-B0B3-C51EABCF7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228F24-D2C8-4641-AA32-420AC5FC02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25EA03-EEDB-408A-ADDF-500CDB51EF7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7BBE15-1DD4-4B77-8024-A33928F51C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30503E-0578-4F3B-A387-B6B822D7A5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7BEDE3-2071-4395-97F8-61DC618E75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BB4559-EAC0-4969-8D0D-0CBBA1A7F5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888397-8F9D-47AE-B14F-0D7934709B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4C13E8-C974-49AD-BB84-1741821B02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1D024-2C09-4820-97B7-44741CFD6C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E2436C-9F70-4382-93F4-7C6EDCAD47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F40A78-57FA-4641-98D8-E3BD1767F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D66F11-05A7-4CB6-98CC-1235D899E9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CE9DA6E-6C68-494A-BA14-C8CE5775E4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1A11516-4DCF-490B-BB61-6C85A0AC82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ADC01DA-966F-4737-A2AE-D96D437667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FC94EF-E566-4B58-974C-3A5E86A8EE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37D23E-6B77-438F-9396-CF6D238490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A05E1B-725A-4C80-B86D-012FEB09D9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E7EA75C-50AD-47A9-A1BC-698A2771778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FA064E7-C294-42D5-A6C2-D1FF86DD181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FF1CD5C-1B79-4ABC-9FCB-A10E29EF905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364F6A9-8918-48DE-8A07-E2EEBB390D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0F86B59-09CD-4164-88E3-4B937AF4A1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7B4B573-5D66-494B-A23E-D8250D4EA0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73BD28-620A-4ABE-B75F-2B0285BD8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5B033C-A7F5-450F-A6F7-A48D657E9A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CDC8246-2729-4216-A2FB-43D87A95CF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61F902-236F-4608-AA36-E8C77A59AA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00F57E6-0053-461D-B6BA-81F0E185CD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CEA2F46-41B6-4A83-8669-EAB59DF597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0749FC6-EFDD-4DCB-8110-FE8CC16FE3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47F645-4E17-4C0D-94DB-0FD7BA9D1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A55F639-DE10-46CD-ACFC-60B767578D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B9D8066-C52A-43AA-8970-A0F62A36FC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7BF12EF-A3FD-456C-931E-E69298B31B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505A633-906D-4317-BB62-5735D2B167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38D1C78-1E02-4372-AE19-CB2A8BA8A7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92D87A-C326-4B6B-842F-A5B6C00C8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B9412B2-CC04-4F99-BCCD-56BC5032BF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87010FF-851D-4DDC-B0A9-7D4A0933C5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89AC8E-85D6-4AC9-BB15-11D27A52B2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6B43B0B-3B99-4A1E-B512-ADEC99A9D1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1822315-F2A8-4C72-B659-8FDB24C8F3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2EB2FF-9670-4883-9E46-1D90DC9A7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6A25C4-FBBD-4C0E-BA69-9146EE9B95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BC5FED-95CC-43E0-A4B2-103C991280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A8160B-D446-40EC-86CC-75924EF7D5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D827A8-3F62-42B5-9723-54BBE73D8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FB62B4F-B360-4A74-B6CA-205B840FB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11D13A-A804-4E6F-896B-BC6BBD6EC2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F6AC59-2FF3-4F75-B23E-C50B31A912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ED05CE-C2FC-45BD-9929-EFDBCAE6E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84D57B-AFE0-4CC3-8CAA-B53C642BAD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7a8154cab3411f" /><Relationship Type="http://schemas.openxmlformats.org/officeDocument/2006/relationships/slideLayout" Target="/ppt/slideLayouts/slideLayout1.xml" Id="R9a6d94fa45104c16" /><Relationship Type="http://schemas.openxmlformats.org/officeDocument/2006/relationships/slideLayout" Target="/ppt/slideLayouts/slideLayout2.xml" Id="Rc97f8bee9c2a4397" /><Relationship Type="http://schemas.openxmlformats.org/officeDocument/2006/relationships/slideLayout" Target="/ppt/slideLayouts/slideLayout3.xml" Id="Recef40bc00c747ee" /><Relationship Type="http://schemas.openxmlformats.org/officeDocument/2006/relationships/slideLayout" Target="/ppt/slideLayouts/slideLayout4.xml" Id="R55c0a34a2d4d453b" /><Relationship Type="http://schemas.openxmlformats.org/officeDocument/2006/relationships/slideLayout" Target="/ppt/slideLayouts/slideLayout5.xml" Id="R4e96d97ad5b740ea" /><Relationship Type="http://schemas.openxmlformats.org/officeDocument/2006/relationships/slideLayout" Target="/ppt/slideLayouts/slideLayout6.xml" Id="R6d6eb96c56604633" /><Relationship Type="http://schemas.openxmlformats.org/officeDocument/2006/relationships/slideLayout" Target="/ppt/slideLayouts/slideLayout7.xml" Id="R183d3fc6044e44c3" /><Relationship Type="http://schemas.openxmlformats.org/officeDocument/2006/relationships/slideLayout" Target="/ppt/slideLayouts/slideLayout8.xml" Id="R97ccf1deceea47da" /><Relationship Type="http://schemas.openxmlformats.org/officeDocument/2006/relationships/slideLayout" Target="/ppt/slideLayouts/slideLayout9.xml" Id="R00673b49daa14d49" /><Relationship Type="http://schemas.openxmlformats.org/officeDocument/2006/relationships/slideLayout" Target="/ppt/slideLayouts/slideLayout10.xml" Id="Rcd20b6ed677c43ae" /><Relationship Type="http://schemas.openxmlformats.org/officeDocument/2006/relationships/slideLayout" Target="/ppt/slideLayouts/slideLayout11.xml" Id="R420b51fb80d24c7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F17D025-D540-49FD-9B89-812D3EFE6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F20C35-0E73-4EB4-A4A9-640D6F6F1A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3CB77C-9F65-43D3-9F5C-C8B7C272627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AB8B66-A9B1-4B7E-91ED-57810E13E7C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AA5649-3B44-4A3E-98DF-248013E782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6d94fa45104c16"/>
    <p:sldLayoutId xmlns:r="http://schemas.openxmlformats.org/officeDocument/2006/relationships" id="2147483650" r:id="Rc97f8bee9c2a4397"/>
    <p:sldLayoutId xmlns:r="http://schemas.openxmlformats.org/officeDocument/2006/relationships" id="2147483651" r:id="Recef40bc00c747ee"/>
    <p:sldLayoutId xmlns:r="http://schemas.openxmlformats.org/officeDocument/2006/relationships" id="2147483652" r:id="R55c0a34a2d4d453b"/>
    <p:sldLayoutId xmlns:r="http://schemas.openxmlformats.org/officeDocument/2006/relationships" id="2147483653" r:id="R4e96d97ad5b740ea"/>
    <p:sldLayoutId xmlns:r="http://schemas.openxmlformats.org/officeDocument/2006/relationships" id="2147483654" r:id="R6d6eb96c56604633"/>
    <p:sldLayoutId xmlns:r="http://schemas.openxmlformats.org/officeDocument/2006/relationships" id="2147483655" r:id="R183d3fc6044e44c3"/>
    <p:sldLayoutId xmlns:r="http://schemas.openxmlformats.org/officeDocument/2006/relationships" id="2147483656" r:id="R97ccf1deceea47da"/>
    <p:sldLayoutId xmlns:r="http://schemas.openxmlformats.org/officeDocument/2006/relationships" id="2147483657" r:id="R00673b49daa14d49"/>
    <p:sldLayoutId xmlns:r="http://schemas.openxmlformats.org/officeDocument/2006/relationships" id="2147483658" r:id="Rcd20b6ed677c43ae"/>
    <p:sldLayoutId xmlns:r="http://schemas.openxmlformats.org/officeDocument/2006/relationships" id="2147483659" r:id="R420b51fb80d24c7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017272613647b1" /><Relationship Type="http://schemas.openxmlformats.org/officeDocument/2006/relationships/notesSlide" Target="/ppt/notesSlides/notesSlide1.xml" Id="R90c152a335b94b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853fe417ae49ae" /><Relationship Type="http://schemas.openxmlformats.org/officeDocument/2006/relationships/notesSlide" Target="/ppt/notesSlides/notesSlide2.xml" Id="R22b451a650884c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264437d3f044f4" /><Relationship Type="http://schemas.openxmlformats.org/officeDocument/2006/relationships/image" Target="/ppt/media/image.jpeg" Id="Rab1a58d69c2a4cc4" /><Relationship Type="http://schemas.openxmlformats.org/officeDocument/2006/relationships/notesSlide" Target="/ppt/notesSlides/notesSlide3.xml" Id="Rcd3446f516c04a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d505448913447d" /><Relationship Type="http://schemas.openxmlformats.org/officeDocument/2006/relationships/notesSlide" Target="/ppt/notesSlides/notesSlide4.xml" Id="R88c1e5557aff4e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cd116e61e44635" /><Relationship Type="http://schemas.openxmlformats.org/officeDocument/2006/relationships/image" Target="/ppt/media/image2.jpeg" Id="Re55276cfaa294a0e" /><Relationship Type="http://schemas.openxmlformats.org/officeDocument/2006/relationships/notesSlide" Target="/ppt/notesSlides/notesSlide5.xml" Id="R3b6ef85823ea42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51c41260c04f56" /><Relationship Type="http://schemas.openxmlformats.org/officeDocument/2006/relationships/notesSlide" Target="/ppt/notesSlides/notesSlide6.xml" Id="R64fe6854f19649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46181a6b354dc6" /><Relationship Type="http://schemas.openxmlformats.org/officeDocument/2006/relationships/notesSlide" Target="/ppt/notesSlides/notesSlide7.xml" Id="Rb5379856ba1247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4442deb34c4d4a" /><Relationship Type="http://schemas.openxmlformats.org/officeDocument/2006/relationships/notesSlide" Target="/ppt/notesSlides/notesSlide8.xml" Id="Rdaa3a6aa47d04c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19C9082-BDBD-4944-BEE1-8D5D2FC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3200" b="1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振动 AI 实验助手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2EAAE66-3A61-4F48-98BB-5E1FED12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106984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40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用自然语言组织实验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40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用原始动力学模型计算结果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1CCF34D-D7C0-4E23-849D-33F6F94A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4840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2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科研创新方向 · 六状态非线性振动研究原型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1EE82D9-D8A9-4919-87D4-7CB3EB4D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3560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19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团队 / 姓名 / 学校：待填写真实信息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1EB32A-BB54-4856-A005-076A0EC5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292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13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2295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9ACD79A-388E-47BE-83AE-350CA0A0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3200" b="1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已有脚本，需要更容易核对的实验过程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9F992C0-1568-489A-8EA5-8E2E4D86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7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反复改参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5F2D4D-4D90-4131-8557-1C74B193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3108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参数分散在代码中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多组结果容易混淆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7D202CD-2D9A-4468-87E2-76AB3DB9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69164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7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文件参数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2DE26C-5C93-43B9-85DD-EB5983D0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468880"/>
            <a:ext cx="3108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参数需要手工摘录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需要保留原文与页码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954EA92-D6DA-4050-8F97-97390B76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691640"/>
            <a:ext cx="3383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7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AI建议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7D799F-11BF-46F5-920D-8E8C836E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468880"/>
            <a:ext cx="33832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理解可能出错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需要校验并重新求解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5129FD7-C0F5-481E-BE51-2AB6DE7F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2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目标用户：动力学学习者与初步参数探索人员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2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应用价值仍需结合具体课题和用户验证。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78CE0A7-A49D-47D3-A940-927E9A46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292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13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64694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453F436-8585-4E32-9915-582F22DE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3200" b="1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两种输入方式，共用一套参数和求解器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9BE9E6B-F931-4AD3-A549-39A6E23D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5394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7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手动调参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E5DB874-AAF7-4BD3-9E16-D1D481DB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7440"/>
            <a:ext cx="55778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4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原代码默认值完整保留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4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所有原模型参数可编辑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4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快速试算由用户主动选择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FB79C38-9D88-411F-A761-44C83942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394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7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自然语言与文档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21DA4C-E2B5-4B78-9FF1-3DF0ABF9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5943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2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自带密钥，选择模型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2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参数补丁、计划、扫频与追问</a:t>
            </a:r>
          </a:p>
        </p:txBody>
      </p:sp>
      <p:pic>
        <p:nvPicPr>
          <p:cNvPr id="1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a58d69c2a4c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463040"/>
            <a:ext cx="3236609" cy="489204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1953C0-2C98-43EB-B87D-45B1D116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292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13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2004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844C32E-12B7-4738-ABDF-EB4DF21C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3200" b="1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AI操作经过校验，再进入数值求解器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9F5221-98D1-490D-9A0A-A11A705E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5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01  需求与文档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F2CCA08-F319-42A7-B37D-1258D68A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08760"/>
            <a:ext cx="6858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文本PDF保留来源页码，模型返回结构化参数操作。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8A67DA-DF28-43C9-84F6-4BE3437A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6040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5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02  参数与来源校验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55B43A-2E39-400E-80FD-3D5C4C7A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606040"/>
            <a:ext cx="6858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检查参数白名单、数值范围、原文引文和计算规模。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BC303BD-ABB2-4834-85F9-CC24F8E2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5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03  原方程积分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244373-3032-4484-A3AF-7580C1C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03320"/>
            <a:ext cx="6858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沿用原始六状态方程与积分方法，输出真实数值和曲线。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2F7226C-FE84-4022-8D77-DC50F992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5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04  核对与导出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354EE7-8CF3-4CA2-AAB1-EC057E4F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800600"/>
            <a:ext cx="6858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结果解释使用已计算统计量，报告可供复核。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FF5AE37-66FF-4513-99AB-EC4D034C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292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13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350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B9C1BAC-DAD9-4EF4-BAC3-BB797070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3200" b="1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一次实验输出四类图与可比较统计量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D12C7A1-1796-48B4-8381-0F2FE2D3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81928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13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截图来自本机快速配置的实际运行，不代表真实设备数据。</a:t>
            </a:r>
          </a:p>
        </p:txBody>
      </p:sp>
      <p:pic>
        <p:nvPicPr>
          <p:cNvPr id="1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276cfaa294a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08760"/>
            <a:ext cx="2560285" cy="45262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62B119-A697-414A-945A-ABD4B2C2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1965960"/>
            <a:ext cx="740664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6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时域与频谱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6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相轨迹：y5 与状态速度 y6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6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庞加莱截面：按激励周期采样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6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RMS、峰值、主频与导出报告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0914F8E-A2E6-4013-B243-25659AA6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292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13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5641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CD81F5A-3781-400D-BB8E-BDEFD694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3200" b="1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自动化流程已有验证，真实模型仍待评测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26121B-BA97-45BA-A893-6111EAAE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192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5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已验证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1AA8F3-7BED-4C91-93FD-51DCA99E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691640"/>
            <a:ext cx="8503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模拟兼容接口、聊天HTTP路由、参数拒绝、来源核对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3F875CB-23CE-4C1C-B633-203D9101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92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5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真实计算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C0EE9-D9EE-425C-89F1-ED5F1F52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743200"/>
            <a:ext cx="8503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6点扫频、网页快速仿真、导出与对话状态检查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0100CC-0CF3-45BE-BF15-25735F4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192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5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公网保护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F069CB3-BE92-41E6-9B84-99048245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794760"/>
            <a:ext cx="8503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访问口令、来源检查、服务商地址限制、计算超时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4840488-4371-4AE2-BADD-F32FC950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192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5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待验证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2F3EDD-EAF7-47AE-8BA9-F281C69B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846320"/>
            <a:ext cx="8503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真实模型解析准确率、真实账号部署、跨设备体验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90C8E5-116F-4E68-8744-561B6E61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292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13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94063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8CDD7C0-4D78-4328-B88A-2448E92B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3200" b="1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代理学习的推荐，必须经过物理复算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8B3B577-3758-4313-A5C9-35C19DA5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81928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13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来源：示例AI实验结果.json。数值来自单次仿真实验，不能外推为稳定工程效果。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CEED4B2-CFD5-4B7D-A3C3-D63B27E3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89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6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36 组仿真样本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6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27 组训练，9 组独立留出测试</a:t>
            </a:r>
          </a:p>
        </p:txBody>
      </p:sp>
      <p:graphicFrame>
        <p:nvGraphicFramePr>
          <p:cNvPr id="12" name="Table 4"/>
          <p:cNvGraphicFramePr/>
          <p:nvPr/>
        </p:nvGraphicFramePr>
        <p:xfrm>
          <a:off xmlns:a="http://schemas.openxmlformats.org/drawingml/2006/main" x="685800" y="2926080"/>
          <a:ext xmlns:a="http://schemas.openxmlformats.org/drawingml/2006/main" cx="6400800" cy="17373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olidFill>
                            <a:srgbClr val="EDF4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评估指标</a:t>
                      </a:r>
                    </a:p>
                  </a:txBody>
                  <a:tcPr marL="91440" marR="91440" marT="45720" marB="45720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olidFill>
                            <a:srgbClr val="EDF4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本次示例</a:t>
                      </a:r>
                    </a:p>
                  </a:txBody>
                  <a:tcPr marL="91440" marR="91440" marT="45720" marB="45720">
                    <a:solidFill>
                      <a:srgbClr val="192E4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olidFill>
                            <a:srgbClr val="EDF4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RBF 测试 MAE</a:t>
                      </a:r>
                    </a:p>
                  </a:txBody>
                  <a:tcPr marL="91440" marR="91440" marT="45720" marB="45720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olidFill>
                            <a:srgbClr val="EDF4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0.021875</a:t>
                      </a:r>
                    </a:p>
                  </a:txBody>
                  <a:tcPr marL="91440" marR="91440" marT="45720" marB="45720">
                    <a:solidFill>
                      <a:srgbClr val="192E4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olidFill>
                            <a:srgbClr val="EDF4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均值基线 MAE</a:t>
                      </a:r>
                    </a:p>
                  </a:txBody>
                  <a:tcPr marL="91440" marR="91440" marT="45720" marB="45720">
                    <a:solidFill>
                      <a:srgbClr val="19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2200">
                          <a:solidFill>
                            <a:srgbClr val="EDF4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0.029162</a:t>
                      </a:r>
                    </a:p>
                  </a:txBody>
                  <a:tcPr marL="91440" marR="91440" marT="45720" marB="45720">
                    <a:solidFill>
                      <a:srgbClr val="192E4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8A87A1E-DEBE-4D80-8DAD-54783124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880360"/>
            <a:ext cx="393192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推荐复算未改善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约 −0.50% RMS 改善率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300" b="0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保留失败结果，避免夸大收益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1B5270-DE1B-49BA-AC8A-32C39171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292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13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3771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6A8B35F-5622-428C-B001-AD2E906F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3200" b="1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当前边界与参赛交付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2A0E61-6F7B-4211-9E4B-82304E61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5303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7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已提供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DA7044F-F4E0-47A0-8A60-EA4F5AF3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7440"/>
            <a:ext cx="53035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4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网页源码与本地启动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4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 与 HTTPS 部署配置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4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测试、说明、汇报和演示步骤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F41AD63-5FAA-4C99-BA59-934ED123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45920"/>
            <a:ext cx="4937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700" b="1">
                <a:solidFill>
                  <a:srgbClr val="49E2BE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5DD2F85-EBA6-4AE7-84C0-0988F4A2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4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真实模型任务集评测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4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明确课题与单位映射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400" b="0">
                <a:solidFill>
                  <a:srgbClr val="EDF4FC"/>
                </a:solidFill>
                <a:latin typeface="Microsoft YaHei"/>
                <a:ea typeface="Microsoft YaHei"/>
                <a:cs typeface="Microsoft YaHei"/>
              </a:defRPr>
            </a:pPr>
            <a:r>
              <a:t>更多收敛检查与设备数据验证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B303F62-C1FB-45EA-B8DD-BC5FF1D1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81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20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公开仓库：github.com/ahzszq/vibration-ai-lab；团队信息待补。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20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暂不支持扫描PDF OCR、自动新建方程、混沌判定或工程安全结论。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9FE29DC-DF33-428B-9061-31FF40DF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292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500"/>
              </a:spcAft>
              <a:buNone/>
              <a:defRPr sz="1300" b="0">
                <a:solidFill>
                  <a:srgbClr val="A8B9CD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58526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2026-10-17T14:00:52.0700000Z</dcterms:created>
  <dcterms:modified xsi:type="dcterms:W3CDTF">2026-10-17T14:00:52.0700000Z</dcterms:modified>
</coreProperties>
</file>